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4C80-9738-90FC-B07D-9BEFA84771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5B96-36EF-FE1D-CB30-AEE711184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08055-61D9-9938-7A58-DCE93B6F5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41C5-379A-04C3-25FA-7C1033C6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8D1D7-A8EE-667D-D59D-2EB50283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297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73D13-8C08-488C-32E1-A3C041D79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8CB8B-4E1A-C491-766C-752EAB4DE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D8C1D-B00E-7F43-CFC3-F9E2475E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2FB6E-3178-59EF-A41C-E21A8562B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324DA-46A1-E0D9-C268-CE26C7873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190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AF35-2ECF-AB8C-C7A2-CC9654B2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8E4A8-FC9B-23FC-54CB-0FBEAAB86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4F46A-B887-0C1D-D64E-B6ABBE57A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9FA27-9006-11E4-D247-1DCE4019A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FEFA5-AE46-CE0E-0785-3CA7DBE9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84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0645B-1C1A-8827-8CE4-72D68FBB7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BE3C5-3623-DD11-2AD4-ABF303303A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CD649-564A-BED9-9AC1-E389D4C3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2603F-CEDE-75A9-0D72-529DB0C35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C5313-C714-C1C5-3AB3-CE0D60CD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0237C-91D0-580C-872C-9BAA7152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109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2803-8DE8-CE56-119E-AD81DCA8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A8F49-0C44-4D5C-91BD-89D286C74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341D47-3774-9556-4AEC-7520F8B60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E53A7-8B25-9290-4CC8-49667A256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F80C02-759E-51DB-C94A-EF3B332A89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063D5C-64D8-0303-C2C3-62B99F33C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4E35BF-DC10-45EE-D63E-6939EA82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FD190-1F95-4A29-9B2D-2A0B8E190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372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0B9D-5FC8-A839-3F1F-957C2C910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563F15-3AFA-A7A3-C08D-759FF47C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B29F6-FBA0-1542-23AC-BDACAA3F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20FC4-CD61-A5B4-99B9-E78156A6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90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358855-7B4A-D673-5FE7-285B5B4B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99C877-FBC8-EAD9-CA1E-C9480D29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D61EE-F0A4-3AF6-ED23-A0C9A4D68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3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FBFA-A636-024C-4E2A-D9B13521F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896DD-D2BD-3302-B49D-9C0F75CDC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7D020-47DE-151C-523C-3C9AD3CFF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BD682-A25C-74B7-2B3F-911F8708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B8CC4-40D6-F17A-90FC-FB07EC27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A550F-CCD6-A795-8EE3-6071F637F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753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3178-8703-285B-820E-BFA02227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394EC-77EE-4BB3-A2B8-A9F4CA4B5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21442-2857-B227-EE2F-86315B526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7FEB1-5AEC-4AB7-1A1E-2FD27D5E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988D1-9B7D-DF2A-7E68-2F02BEAE2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86192A-E2F2-3F1B-E3CE-CF0E5B54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90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58CAC-0D79-FCDC-7E20-438EA42B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6FF0F-2D7A-042A-4E9F-3FA792FB9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DAFCF-115E-01E7-4135-772BB773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41725-E9F6-8F0A-9DB1-8990D36A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D980A-4194-AA2A-D6AE-230CBC9F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864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5E4FD-1D79-7F11-44B6-595D3E0B5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CEBE0-CAA5-3570-F93A-EA4F2AC32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865F8-B4E7-79B5-C71B-BEF3B8B15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98D6C-C2BA-BCD3-8421-D4DFB22DF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0AFDC-E540-D564-5E70-AA2B25F87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830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416D4A-0057-8ED5-147F-5D3F28FFB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B99FD-39F8-BCC3-EE4A-A4E0FA8B2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83050-0CA8-C8B0-79DD-1A227B879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36F8C-EA3E-DA35-1750-8C73CFB73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A76CB-2C3A-CD29-B66D-4A7FBA67C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60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Arial Rounded MT Bold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Afeefa Kauser</cp:lastModifiedBy>
  <cp:revision>18</cp:revision>
  <dcterms:created xsi:type="dcterms:W3CDTF">2024-06-24T12:27:37Z</dcterms:created>
  <dcterms:modified xsi:type="dcterms:W3CDTF">2026-09-14T07:24:32Z</dcterms:modified>
</cp:coreProperties>
</file>